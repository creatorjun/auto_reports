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bf3a8eed247dc" /><Relationship Type="http://schemas.openxmlformats.org/officeDocument/2006/relationships/extended-properties" Target="/docProps/app.xml" Id="R47d194ac39044840" /><Relationship Type="http://schemas.openxmlformats.org/officeDocument/2006/relationships/officeDocument" Target="/ppt/presentation.xml" Id="Rec06efc22bf6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94efbaa65489b"/>
  </p:sldMasterIdLst>
  <p:notesMasterIdLst>
    <p:notesMasterId xmlns:r="http://schemas.openxmlformats.org/officeDocument/2006/relationships" r:id="R782430b2409e4260"/>
  </p:notesMasterIdLst>
  <p:sldIdLst>
    <p:sldId xmlns:r="http://schemas.openxmlformats.org/officeDocument/2006/relationships" id="256" r:id="Re4e16f86413b4a86"/>
    <p:sldId xmlns:r="http://schemas.openxmlformats.org/officeDocument/2006/relationships" id="257" r:id="R2ab3c342f5f541f4"/>
    <p:sldId xmlns:r="http://schemas.openxmlformats.org/officeDocument/2006/relationships" id="258" r:id="R3522f6e7a4fe4a1d"/>
    <p:sldId xmlns:r="http://schemas.openxmlformats.org/officeDocument/2006/relationships" id="259" r:id="R4dfce27825d8420b"/>
    <p:sldId xmlns:r="http://schemas.openxmlformats.org/officeDocument/2006/relationships" id="260" r:id="R4bf346651b764bb8"/>
    <p:sldId xmlns:r="http://schemas.openxmlformats.org/officeDocument/2006/relationships" id="261" r:id="Rf048dcee68ac45a5"/>
    <p:sldId xmlns:r="http://schemas.openxmlformats.org/officeDocument/2006/relationships" id="262" r:id="Rd3e3c1e617c94d11"/>
    <p:sldId xmlns:r="http://schemas.openxmlformats.org/officeDocument/2006/relationships" id="263" r:id="R2112d1ae8dab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b2c3dca4542b1" /><Relationship Type="http://schemas.openxmlformats.org/officeDocument/2006/relationships/slideMaster" Target="/ppt/slideMasters/slideMaster1.xml" Id="Re6094efbaa65489b" /><Relationship Type="http://schemas.openxmlformats.org/officeDocument/2006/relationships/notesMaster" Target="/ppt/notesMasters/notesMaster1.xml" Id="R782430b2409e4260" /><Relationship Type="http://schemas.openxmlformats.org/officeDocument/2006/relationships/presProps" Target="/ppt/presProps.xml" Id="Rc2175d2a1be54cd7" /><Relationship Type="http://schemas.openxmlformats.org/officeDocument/2006/relationships/tableStyles" Target="/ppt/tableStyles.xml" Id="Rd83b54462d5143cb" /><Relationship Type="http://schemas.openxmlformats.org/officeDocument/2006/relationships/slide" Target="/ppt/slides/slide1.xml" Id="Re4e16f86413b4a86" /><Relationship Type="http://schemas.openxmlformats.org/officeDocument/2006/relationships/slide" Target="/ppt/slides/slide2.xml" Id="R2ab3c342f5f541f4" /><Relationship Type="http://schemas.openxmlformats.org/officeDocument/2006/relationships/slide" Target="/ppt/slides/slide3.xml" Id="R3522f6e7a4fe4a1d" /><Relationship Type="http://schemas.openxmlformats.org/officeDocument/2006/relationships/slide" Target="/ppt/slides/slide4.xml" Id="R4dfce27825d8420b" /><Relationship Type="http://schemas.openxmlformats.org/officeDocument/2006/relationships/slide" Target="/ppt/slides/slide5.xml" Id="R4bf346651b764bb8" /><Relationship Type="http://schemas.openxmlformats.org/officeDocument/2006/relationships/slide" Target="/ppt/slides/slide6.xml" Id="Rf048dcee68ac45a5" /><Relationship Type="http://schemas.openxmlformats.org/officeDocument/2006/relationships/slide" Target="/ppt/slides/slide7.xml" Id="Rd3e3c1e617c94d11" /><Relationship Type="http://schemas.openxmlformats.org/officeDocument/2006/relationships/slide" Target="/ppt/slides/slide8.xml" Id="R2112d1ae8dab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fc1a8490d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134d46da33417c" /><Relationship Type="http://schemas.openxmlformats.org/officeDocument/2006/relationships/notesMaster" Target="/ppt/notesMasters/notesMaster1.xml" Id="R06dd0181b58746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260764dc24849" /><Relationship Type="http://schemas.openxmlformats.org/officeDocument/2006/relationships/notesMaster" Target="/ppt/notesMasters/notesMaster1.xml" Id="R4913ec57ba72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2f28123f64ff6" /><Relationship Type="http://schemas.openxmlformats.org/officeDocument/2006/relationships/notesMaster" Target="/ppt/notesMasters/notesMaster1.xml" Id="R868d702bd12a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11af48ced1441a" /><Relationship Type="http://schemas.openxmlformats.org/officeDocument/2006/relationships/notesMaster" Target="/ppt/notesMasters/notesMaster1.xml" Id="Ra9adb3ab2fd742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bcf3bd359848b1" /><Relationship Type="http://schemas.openxmlformats.org/officeDocument/2006/relationships/notesMaster" Target="/ppt/notesMasters/notesMaster1.xml" Id="R53209cc0a77c49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a0dac030bd432c" /><Relationship Type="http://schemas.openxmlformats.org/officeDocument/2006/relationships/notesMaster" Target="/ppt/notesMasters/notesMaster1.xml" Id="R7773d025ae2247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23b1b3f72f4b71" /><Relationship Type="http://schemas.openxmlformats.org/officeDocument/2006/relationships/notesMaster" Target="/ppt/notesMasters/notesMaster1.xml" Id="R50195272f46e4b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c0173e4d3a4c02" /><Relationship Type="http://schemas.openxmlformats.org/officeDocument/2006/relationships/notesMaster" Target="/ppt/notesMasters/notesMaster1.xml" Id="R9dcdf33fd82b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현재 팀에서 쓰는 도구를 새로 설명하기보다, 이미 연결된 업무 흐름이 전사 공통 운영 허브로 확장될 수 있음을 보여준다.</a:t>
            </a:r>
          </a:p>
          <a:p xmlns:a="http://schemas.openxmlformats.org/drawingml/2006/main">
            <a:r>
              <a:t>오프닝: 오늘은 기능 목록이 아니라 한 이슈가 발견되고, 확인되고, 협업되고, 산출물로 남는 흐름을 시연한다.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파트너 조직을 선택하고 전체 이슈에서 특정 담당자로 범위를 좁힌다.</a:t>
            </a:r>
          </a:p>
          <a:p xmlns:a="http://schemas.openxmlformats.org/drawingml/2006/main">
            <a:r>
              <a:t>전사 확대 시에는 파트너 조직 및 계정 정보의 관리 주체를 먼저 정해야 한다.</a:t>
            </a:r>
          </a:p>
          <a:p xmlns:a="http://schemas.openxmlformats.org/drawingml/2006/main">
            <a:r>
              <a:t>화면의 조직명, 담당자, 이메일, 티켓은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요청 유형 버튼을 한 번 끄고, 상반기 또는 하반기를 선택해 전체 위젯이 같은 범위로 바뀌는 흐름을 보여준다.</a:t>
            </a:r>
          </a:p>
          <a:p xmlns:a="http://schemas.openxmlformats.org/drawingml/2006/main">
            <a:r>
              <a:t>다음으로 최근 7일 생성 카드나 미완료 이슈 카드를 눌러 상세 모달까지 내려간다.</a:t>
            </a:r>
          </a:p>
          <a:p xmlns:a="http://schemas.openxmlformats.org/drawingml/2006/main">
            <a:r>
              <a:t>화면의 수치는 발표용 샘플이며 운영 성과 수치가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C:/Users/user/Desktop/project/Auto_Reports/frontend/src/presentation/hooks/useDashboardData.ts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질문을 먼저 던진 뒤 화면을 이동한다. 메뉴 소개보다 사용자의 판단 과정을 중심으로 설명한다.</a:t>
            </a:r>
          </a:p>
          <a:p xmlns:a="http://schemas.openxmlformats.org/drawingml/2006/main">
            <a:r>
              <a:t>추천 동선: 대시보드 필터 → 미완료 상세 → SLA 댓글 → 파트너 조직 → 파일 보관함.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C:/Users/user/Desktop/project/Auto_Reports/frontend/src/presentation/pages/StoragePage.tsx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티켓 행을 펼쳐 최근 댓글을 보여주고, 생성 시간과 마지막 업데이트 시간을 함께 읽는다.</a:t>
            </a:r>
          </a:p>
          <a:p xmlns:a="http://schemas.openxmlformats.org/drawingml/2006/main">
            <a:r>
              <a:t>전사 관점의 의미: SLA 판단과 후속 조치의 문맥을 동일한 화면에서 공유할 수 있다.</a:t>
            </a:r>
          </a:p>
          <a:p xmlns:a="http://schemas.openxmlformats.org/drawingml/2006/main">
            <a:r>
              <a:t>화면의 티켓과 댓글은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C:/Users/user/Desktop/project/Auto_Reports/frontend/src/presentation/components/sla/SlaIssueActivityTable.tsx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확대의 이유를 메뉴 수가 아니라 동일한 맥락과 기준을 공유하는 문제로 정의한다.</a:t>
            </a:r>
          </a:p>
          <a:p xmlns:a="http://schemas.openxmlformats.org/drawingml/2006/main">
            <a:r>
              <a:t>이 슬라이드는 저장소가 Jira 보고, SLA, 파트너, 사이트, 파일을 한 라우터 아래 통합한 현재 범위에서 도출한 시연 관점이다.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확대는 현재 구조를 버리고 새로 만드는 일이 아니라, 경계가 분리된 구조에 권한과 운영 기준을 확장하는 일이다.</a:t>
            </a:r>
          </a:p>
          <a:p xmlns:a="http://schemas.openxmlformats.org/drawingml/2006/main">
            <a:r>
              <a:t>기술 질의가 나오면 Domain, Application, Infrastructure, Presentation의 의존 방향과 실행 진입점의 Composition Root를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  <a:p xmlns:a="http://schemas.openxmlformats.org/drawingml/2006/main">
            <a:r>
              <a:t>- C:/Users/user/Desktop/project/Auto_Reports/docker-compose.yml</a:t>
            </a:r>
          </a:p>
          <a:p xmlns:a="http://schemas.openxmlformats.org/drawingml/2006/main">
            <a:r>
              <a:t>- C:/Users/user/Desktop/project/Auto_Reports/backend/src/infrastructure/security/jwt_service.py</a:t>
            </a:r>
          </a:p>
          <a:p xmlns:a="http://schemas.openxmlformats.org/drawingml/2006/main">
            <a:r>
              <a:t>- C:/Users/user/Desktop/project/Auto_Reports/backend/src/infrastructure/security/credential_encryptor.py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첫 파일럿 부서, 연결할 데이터 범위, 운영 오너를 오늘 어디까지 정할 수 있는지 확인한다.</a:t>
            </a:r>
          </a:p>
          <a:p xmlns:a="http://schemas.openxmlformats.org/drawingml/2006/main">
            <a:r>
              <a:t>최종 제안: 현재 팀의 검증된 사용 흐름을 기준선으로 삼고, 작은 범위에서 권한과 운영 기준을 검증한 뒤 순차 확대한다.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decision proposal based on the current product scope</a:t>
            </a:r>
          </a:p>
          <a:p xmlns:a="http://schemas.openxmlformats.org/drawingml/2006/main">
            <a:r>
              <a:t>- C:/Users/user/Desktop/project/Auto_Reports/README.md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3ddd572e145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b4cc8d1624690" /><Relationship Type="http://schemas.openxmlformats.org/officeDocument/2006/relationships/slideLayout" Target="/ppt/slideLayouts/slideLayout1.xml" Id="Recc4e5bb9cb8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4e5bb9cb8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c6aaececb4af4" /><Relationship Type="http://schemas.openxmlformats.org/officeDocument/2006/relationships/notesSlide" Target="/ppt/notesSlides/notesSlide1.xml" Id="R9b1bfa6c005544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b3a84dae4092" /><Relationship Type="http://schemas.openxmlformats.org/officeDocument/2006/relationships/image" Target="/ppt/media/image.jpeg" Id="R0f978ebc79ff47fa" /><Relationship Type="http://schemas.openxmlformats.org/officeDocument/2006/relationships/notesSlide" Target="/ppt/notesSlides/notesSlide2.xml" Id="Rb732c27c4ccc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51c48d56b4747" /><Relationship Type="http://schemas.openxmlformats.org/officeDocument/2006/relationships/image" Target="/ppt/media/image2.jpeg" Id="R805ef3a2283c44ee" /><Relationship Type="http://schemas.openxmlformats.org/officeDocument/2006/relationships/notesSlide" Target="/ppt/notesSlides/notesSlide3.xml" Id="R66ca8ea00b794c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29ab87f9407f" /><Relationship Type="http://schemas.openxmlformats.org/officeDocument/2006/relationships/notesSlide" Target="/ppt/notesSlides/notesSlide4.xml" Id="Rad91e492ea01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854e0e58b4f65" /><Relationship Type="http://schemas.openxmlformats.org/officeDocument/2006/relationships/image" Target="/ppt/media/image3.jpeg" Id="R4fac711386ab47da" /><Relationship Type="http://schemas.openxmlformats.org/officeDocument/2006/relationships/notesSlide" Target="/ppt/notesSlides/notesSlide5.xml" Id="R5369a3a4664244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4a5ff797a4546" /><Relationship Type="http://schemas.openxmlformats.org/officeDocument/2006/relationships/notesSlide" Target="/ppt/notesSlides/notesSlide6.xml" Id="R3b3ced760135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9ded62c554507" /><Relationship Type="http://schemas.openxmlformats.org/officeDocument/2006/relationships/notesSlide" Target="/ppt/notesSlides/notesSlide7.xml" Id="Rbbcccb605ab942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5b9ba7add4f1c" /><Relationship Type="http://schemas.openxmlformats.org/officeDocument/2006/relationships/notesSlide" Target="/ppt/notesSlides/notesSlide8.xml" Id="R9e18097858d2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DF3C50-A3FB-479B-8576-177D366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AUTO REPORTS WORKSPACE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D2EBE0-F337-404C-838F-3494869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3A0F21-5A71-4FE0-9183-FE1901A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팀 전용 워크스페이스,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공통 운영 허브로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55D1CE-3009-4399-AFBC-C258189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보고 · SLA · 파트너 · 사이트 · 파일을 하나의 업무 흐름으로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50E9F86-0AA9-4957-BC93-1308F8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전사 확대 시연 자료  |  2026.08</a:t>
            </a:r>
          </a:p>
        </p:txBody>
      </p:sp>
    </p:spTree>
    <p:extLst>
      <p:ext uri="{BB962C8B-B14F-4D97-AF65-F5344CB8AC3E}">
        <p14:creationId xmlns:p14="http://schemas.microsoft.com/office/powerpoint/2010/main" val="23324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16285647-470A-4D4C-9941-0DB419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PARTNER OPERATIONS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81EF9E-5808-483A-B448-C49EFBD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 대상을 조직·담당자·이슈로 연결합니다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44A74D9-5E20-4A7E-BDEF-3FE93C0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9E136C9-D0B6-4E81-8D40-51C4E5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F205-D14D-46DD-9284-ECA9E3B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맡고 있는지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바로 좁혀집니다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AA9A-D2A0-4090-9041-FADC786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조직을 고르고, 담당자를 선택하고, 진행 중인 이슈를 확인하는 흐름이 한 화면에 이어집니다.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1895-E638-4951-A935-E384BE4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237B-4451-494D-85A2-FC15ADE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단계·경과일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함께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0D5BF-6C92-4166-9FCE-9F68DD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D1DD-FD8A-462E-986D-80AC781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티켓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새 탭으로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6334-2D16-49A8-9015-C4406DA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72961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78ebc79ff47fa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809750"/>
            <a:ext cx="714375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1CDC568-4AF4-4CC5-AC87-A9C7602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267979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5B193CC5-30F1-4B44-8608-9EF545D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PRODUCT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5E099BA-8508-4BB5-94B0-CE24FB5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화면에서 현황을 보고 바로 상세로 내려갑니다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4A5D3F-299E-4C26-B77F-83A10A6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CA76B21-0A4F-4394-88B3-EB22F95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C4EF-8B34-4798-B4D6-6F4BFB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 → 요약 →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E0A1-5343-4139-8BC6-54081A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 기간과 요청 유형을 바꾸면 같은 기준으로 카드, 차트, 상세 목록이 함께 움직입니다.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41D4-DEB2-4790-8B6F-81BB776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F346-7188-4BFC-BE9A-EEF4A4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유형·반기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35901-31D5-41F0-87CB-9F36D3E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1321-15CC-427E-87E5-CDBC8C9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요약 카드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클릭 상세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EEB0-91CE-4426-9E23-324EA4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43A84-FDA9-4DA9-97D2-DD9C6C7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이슈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담당·경과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901A-0D8D-4FF2-8481-5C732C0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72199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ef3a2283c44ee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790700"/>
            <a:ext cx="706755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C9B443-2865-4302-BB2A-ED31BC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4396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299B77-C250-4ADF-9A83-8A1031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DEMO PATH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F13118-7887-49E5-8494-49F54F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시연은 한 이슈의 흐름을 끝까지 따라가면 충분합니다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C2ED378-35C7-4563-98D1-5B3F311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328F8C-4426-4E9A-8C01-39A82F1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E549-C092-4198-9953-9947D9F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발견에서 산출물까지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B19F-8B1D-4AC1-9075-AD3C3C5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메뉴를 순서대로 소개하기보다 하나의 운영 질문이 어디까지 연결되는지 보여줍니다.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6BBE-0D83-43A0-B67D-6CBE230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“지금 가장 오래 머문 이슈는 무엇이고,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어떤 근거로 후속 조치하고 있는가?”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809BC-8650-4ADE-80E9-287CDF1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C9BE-8A34-411D-AC5F-E03AAD8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7C2E-59FF-4C90-8161-F77E059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F5CE-E626-4B44-8F80-10FB993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요청 유형·기간을 맞춘다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6E45-5C79-4107-B9D3-E31A744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1ED3-26BB-475A-AF9E-78F04F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A726-9E16-4CA3-A536-A15437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C561-AA34-49DF-BBFF-089A800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드릴다운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DCB9-3254-4598-BB13-35E1695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카드에서 상세 이슈를 연다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09E3-C366-4ADF-A244-43BD55E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29F5-9733-4FF2-8019-8A149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7735-696D-4D1C-88A2-19E57D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3956-7D68-454B-8E0A-DABCF1C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B64E-4AA0-4579-803C-8994FB2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업데이트와 댓글 근거를 확인한다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D2902-42E3-4200-A8CE-0B3BF9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67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E32B1-62A3-4F38-8882-DB888B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5DAAF-CD6C-4516-A709-2874FB5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D0E84-4865-476A-AFF4-2356D83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639E2-F7B1-4F3C-86B9-D531DE9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파트너·담당자 기준으로 좁힌다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8D128-6087-4E1B-96CD-E2F1FF8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76F3-F415-4F02-8B3E-B2EDD1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FA2E-0AF2-43AE-95F5-EA5B61F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BCF6-FEF8-4C5A-B86F-B94DB37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14297-619B-4516-9A94-05B18B8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파일을 저장·미리보기·공유한다</a:t>
            </a:r>
          </a:p>
        </p:txBody>
      </p:sp>
    </p:spTree>
    <p:extLst>
      <p:ext uri="{BB962C8B-B14F-4D97-AF65-F5344CB8AC3E}">
        <p14:creationId xmlns:p14="http://schemas.microsoft.com/office/powerpoint/2010/main" val="6703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EB066E23-8C65-4D58-B8CB-05DA725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OPERATING EVIDENCE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495919-E101-42BE-85FD-166C5F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SLA는 수치가 아니라 후속 조치의 근거까지 보여줍니다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8C1629F-9BC3-40D0-B0D7-071AD4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3FC222C-1F95-4FE3-879A-CE16DA4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D02-97C0-4C87-8F6E-1EDF45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819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c711386ab47da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429500" cy="4181475"/>
          </a:xfrm>
          <a:prstGeom xmlns:a="http://schemas.openxmlformats.org/drawingml/2006/main" prst="roundRect">
            <a:avLst>
              <a:gd name="adj" fmla="val 27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E092-AEC5-43F6-8D04-2CABEFC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운영자가 바로 확인하는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1F-F82D-4548-8F92-B244E4E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9313-9B93-46A5-B12D-1D4B7AB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최초 생성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과 마지막 업데이트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E099-7744-4690-88BF-88794B1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244D-AE45-4F94-BADB-A77D24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댓글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이슈별로 펼쳐 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C9F3-4682-47CC-BDAE-05B3CCB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B949-CAE7-4FC7-B2A7-FCE83FA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원문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으로 즉시 이동</a:t>
            </a:r>
          </a:p>
        </p:txBody>
      </p:sp>
      <p:sp>
        <p:nvSpPr>
          <p:cNvPr id="1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59C3EF1-1735-4C5A-B201-9AC8B22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186995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28F622E-11A5-443A-BA20-F1A9913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WHY NOW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49195E-A529-481C-9255-AAC934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확대의 출발점은 기능이 아니라 맥락 통합입니다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E8D465-A4AE-4CA5-9D11-0059359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4BACE1-E533-4A60-B33B-5EAD8D7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975-846D-418B-B94F-94CBCE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오늘의 업무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0950-741C-47D4-B69D-4D522CC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판단에 필요한 정보가 서로 다른 화면과 담당자에게 나뉘어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9C46-AD2D-454B-9F4F-C3D3467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이슈와 보고서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3455-8DE0-4911-B976-D3F0298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6874-3BA1-4D4A-99EA-CCFEC8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9024-0875-4737-9155-8D3D786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SLA와 댓글 이력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8740-CB6A-4C59-8C40-A67677F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F3B6-AB1C-4289-A96E-C688A51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F067-5F1B-4C8B-BC26-9FB3108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파트너·사이트·파일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D445-FD4A-4B9E-B2B4-A4B39F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148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맥락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AEED-345E-4545-B20D-0E25E58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hesis-panel">
            <a:extLst xmlns:a="http://schemas.openxmlformats.org/drawingml/2006/main">
              <a:ext uri="{FF2B5EF4-FFF2-40B4-BE49-F238E27FC236}">
                <a16:creationId xmlns:a16="http://schemas.microsoft.com/office/drawing/2014/main" id="{4E180D24-2E42-424C-9637-63AE9F7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55054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EB59-FE7B-40CB-A4FB-F9E67EC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58BA9-F439-46FC-B2F3-1717822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1D122-5D51-4B4B-AF14-40C906E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같은 후속 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8139-DB42-4A96-AEFB-87EAE19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워크스페이스가 묶는 것은 화면이 아니라 업무의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27491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BDF480AE-8D61-4CF9-AD3E-63FE432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FOUNDATION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4EB98C5-805A-49DE-AF36-C1C8380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확대를 견딜 구조는 화면 아래에 이미 분리돼 있습니다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77DB089-3EA9-4FEE-8113-E74EF1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75E6192-C21C-4376-9E54-C7E93D0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F8C1ECAC-F417-41E2-B7F2-F0C014B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B28F66D0-172B-4BCE-A178-D1B5BAB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3E2FF07D-FE4B-42C6-AB1B-B0C51C3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8FD92F13-E821-4806-ACB8-54C7070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20AD-3DFD-4956-A710-81EA2C3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React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225-198A-4A25-9D51-F4DA7DC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대시보드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화면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C47B21C-B011-4474-AD76-00B42BE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99AF-58ED-4231-9290-7A07253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C3A0-3CBC-482F-BCB4-6CBF81E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게이트웨이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유스케이스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8BD60FF-F093-4C2B-A6E4-7FBD4E0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D952-7549-44DA-972B-6954DCE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CE04-696A-4E0C-9245-6A4005C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API·매퍼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Composition Root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500B598-167C-4A12-9FFE-CFD80FB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AA84-4885-44C5-B768-76FCB9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063B-AEF8-4561-B204-E8E7A1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Jira·DB·파일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메일·스케줄러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95E-F873-45CF-8B09-E8099DB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의존성은 안쪽을 향하고, 외부 시스템은 어댑터로 교체됩니다.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FA5A-E660-46BE-AFC2-D65C564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아키텍처 경계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DF4F2-29AB-4076-BE96-6046779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Docker Compose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853B-3DA0-4190-83C5-950EEC1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인증·자격정보 보호</a:t>
            </a:r>
          </a:p>
        </p:txBody>
      </p:sp>
    </p:spTree>
    <p:extLst>
      <p:ext uri="{BB962C8B-B14F-4D97-AF65-F5344CB8AC3E}">
        <p14:creationId xmlns:p14="http://schemas.microsoft.com/office/powerpoint/2010/main" val="22604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064B-91D6-4E44-A983-17DD5C0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B158-263A-47FC-9E9A-B9C1A84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810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다음 세 가지가 정해지면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파일럿을 시작할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60FF-F1AF-4713-9934-A9B1BD5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C433-16D7-4415-BFBC-A67A10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참여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02DF-292A-4125-AE8A-3DAD265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첫 파일럿 부서와 대표 사용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379-17A2-402A-B9FD-D8A331C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00E3-1721-41E2-9BDE-27207D6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A267-1C84-43B9-B54B-7A249A4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데이터·권한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9D057-0197-4CCF-92C8-9447BB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연결할 시스템과 조회·관리 권한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0FFD-703F-4A69-9AED-3D6909A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BBC3-653C-42DA-B946-2AB8F78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0D53-B858-4447-A091-45B4446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오너·성공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BC62-19A5-4FCA-A9EF-C4AB02C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책임자와 검증할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542-A005-40B6-A4EF-565C717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BB43-EB4B-48B3-93A9-C95DAE9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제안: 현재 팀 사용 흐름을 기준선으로 삼아 작은 범위에서 검증한 뒤 순차 확대</a:t>
            </a:r>
          </a:p>
        </p:txBody>
      </p:sp>
    </p:spTree>
    <p:extLst>
      <p:ext uri="{BB962C8B-B14F-4D97-AF65-F5344CB8AC3E}">
        <p14:creationId xmlns:p14="http://schemas.microsoft.com/office/powerpoint/2010/main" val="187042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2026-08-31T04:57:34.5780000Z</dcterms:created>
  <dcterms:modified xsi:type="dcterms:W3CDTF">2026-08-31T04:57:34.5780000Z</dcterms:modified>
</coreProperties>
</file>